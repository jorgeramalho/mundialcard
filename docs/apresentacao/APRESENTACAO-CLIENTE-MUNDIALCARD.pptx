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9144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MundialCard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F4EE"/>
                </a:solidFill>
              </a:defRPr>
            </a:pPr>
            <a:r>
              <a:t>Plataforma Digital</a:t>
            </a:r>
            <a:br/>
            <a:r>
              <a:t>Apresentacao do Projeto ao Cliente</a:t>
            </a:r>
            <a:br/>
            <a:r>
              <a:t>03 a 06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Visao e objetivos do projeto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Metodologia de desenvolvimento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Linha do tempo (7 fases)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Entregas realizadas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Estrutura do site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Funcionalidades principais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Identidade visual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Stack tecnico e publicacao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Conclusao e proximos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Visao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C1417"/>
                </a:solidFill>
              </a:defRPr>
            </a:pPr>
            <a:r>
              <a:t>MundialCard — Seu cartao de super beneficios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Cartao de desconto e multibeneficios em saude e bem-estar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Venda digital escalavel para todo o Brasil (B2C + B2B)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Telemedicina como diferencial dos planos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Jornada completa: da contratacao ao kit de boas-vindas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Plataforma de atendimento, suporte e gestao de clientes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Alinhamento com a marca oficial mundialcard.com.br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Objetivos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Transmitir confianca no setor de beneficios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Captar leads com cupom de lancamento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Vender planos Bronze a Platinum online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Escalar vendas via representantes B2B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Demonstrar solidez operacional ao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Site moderno com identidade visual propria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Layout responsivo (desktop, tablet, mobile)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Videos e conteudo explicativo integrados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Area do cliente e central de atendimento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Conformidade LGPD (cookies)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C1417"/>
                </a:solidFill>
              </a:defRPr>
            </a:pPr>
            <a:r>
              <a:t>Abordagem iterativa com ciclos curtos de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1. Descoberta — requisitos, referencias e alinhamento estrategico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2. Design — identidade visual, paleta, tipografia e layout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3. Desenvolvimento — React + Vite, componentes modulares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4. Conteudo — textos, videos, parceiros e planos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5. Testes — validacao responsiva em dispositivos reais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6. Refinamento — UX, menu mobile, secoes e conversao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7. Entrega — Git, documentacao e deploy em producao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Linha do Tempo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1615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Estrategia e Planejamento  (03/07/2026)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Identidade Visual e Design  (03/07/2026)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51176"/>
            <a:ext cx="502920" cy="50292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3288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Desenvolvimento da Plataforma  (03-04/07/2026)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9544"/>
            <a:ext cx="5029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91256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Conteudo, Midia e Conversao  (03-04/07/2026)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67912"/>
            <a:ext cx="502920" cy="50292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9624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Responsividade e Experiencia Mobile  (04/07/2026)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79"/>
            <a:ext cx="50292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079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Funcionalidades Avancadas e Compliance  (05-06/07/2026)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84648"/>
            <a:ext cx="502920" cy="50292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Publicacao, Versionamento e Entrega  (04-06/07/2026)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Fases 1-2: Estrategia 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[01] Estrategia e Planejamento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Definicao do modelo de venda digital escalavel (B2C e B2B)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Mapeamento da jornada: lead, educacao, contratacao, kit de boas-vindas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Alinhamento com o conceito oficial mundialcard.com.br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[02] Identidade Visual e Design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Criacao da logomarca SVG e favicon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Paleta institucional bordo (#8C1417) com gradientes refinados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Tipografia Plus Jakarta Sans + DM Sans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Fases 3-4: Plataforma e Conteudo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[03] Desenvolvimento da Plataforma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Arquitetura Vite + React + React Router (SPA moderna)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Landing page com 11 secoes estrategicas de conversao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9 paginas internas: cadastro, dashboard, area do cliente, parceiros, etc.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[04] Conteudo, Midia e Conversao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Carrossel hero com banners oficiais (familia e colaboradores)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Secao de telemedicina em destaque (posicao estrategica na home)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Videos institucionais com autoplay responsivo (tela cheia)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Fases 5-7: Mobile, Avancado 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[05] Responsividade e Experiencia Mobile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Correcao de layout para smartphones e tablets (375px a 1024px)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Menu hamburger em drawer fullscreen sobre todo o conteudo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Header mobile otimizado: logo + menu (acoes no drawer)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[06] Funcionalidades Avancadas e Compliance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Politica de cookies LGPD (Aceitar, Recusar, Configurar)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Area do cliente com login no header (emoji + estilizacao)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  • Botao voltar ao topo com identidade visual da marca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Entregas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Plataforma web completa — Site institucional + areas logadas + formularios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Identidade visual — Logo SVG, paleta, tipografia, favicon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Landing page de conversao — 11 secoes com CTAs, planos e FAQ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Area do cliente — Login, cartao digital, kit de boas-vindas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Area B2B — Portal do representante comercial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Dashboard operacional — KPIs, leads e gestao simulada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Central de atendimento — FAQ, busca, fluxo IA + humano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Politica de cookies — Banner LGPD com preferencias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Repositorio GitHub — Codigo versionado e documentado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• Deploy em producao — Netlify com SPA configurada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Estrutura do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Home (11 secoes)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Carrossel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Telemedicina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Hero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Beneficios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Jornada digital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Parceiros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Paginas internas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/cadastro Cupom de inauguracao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/area-cliente Area do cliente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/dashboard Dashboard operacional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/parceiros Area do representante B2B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/atendimento Central de atendimento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/agendamento Agendamento telemedicina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Funcionalidades-Chave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Formulario de cupom com persistencia local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6 planos com precos e CTAs de adesao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Telemedicina em destaque + agendamento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Area do cliente com login no header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Portal B2B para representantes comerciais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FAQ + videos + fluxo de atendimento IA/humano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Politica de cookies LGPD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WhatsApp integrado em todo o funil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Identidade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Elementos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Cor bordo #8C1417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Fundo creme #F7F4EE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Plus Jakarta Sans + DM Sans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Logo SVG vetorial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Header branco limpo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Gradientes em CTAs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Carrossel hero impactante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Videos autoplay responsivos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Menu mobile drawer fullscreen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Botao voltar ao topo estilizado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Stack Tecnico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C1417"/>
                </a:solidFill>
              </a:defRPr>
            </a:pPr>
            <a:r>
              <a:t>Arquitetura leve, performatica e escalavel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React 19 — biblioteca UI moderna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Vite 8 — build rapido e otimizado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React Router 7 — navegacao SPA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CSS responsivo — breakpoints 1024/768/480px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Git + GitHub — versionamento profissional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Netlify — deploy CDN global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Publicacao e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Ambientes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Producao: mundialcard.netlify.app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GitHub: JorgeRamalho/Mundialcard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Dev: npm run dev (porta 5173)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Preview: npm start (porta 5500)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C1417"/>
                </a:solidFill>
              </a:defRPr>
            </a:pPr>
            <a:r>
              <a:t>Marcos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Release inicial da plataforma digital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Historico de registros no GitHub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Correcao layout mobile smartphones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Menu hamburger sobreposto no mobile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Menu navbar drawer fullscreen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04/07 — Ajuste carrossel desktop/responsivo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06/07 — Atualizacao area do cliente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Plataforma digital completa entregue em producao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Identidade visual propria e experiencia responsiva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Funil de conversao com cupom, planos e telemedicina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Areas funcionais: cliente, B2B, dashboard, atendimento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Codigo versionado e documentado no GitHub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</a:defRPr>
            </a:pPr>
            <a:r>
              <a:t>Pronto para integracao com pagamento e sistema interno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C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9144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F4EE"/>
                </a:solidFill>
              </a:defRPr>
            </a:pPr>
            <a:r>
              <a:t>MundialCard — Beneficios que cabem na vida real.</a:t>
            </a:r>
            <a:br/>
            <a:br/>
            <a:r>
              <a:t>www.mundialcard.com.br</a:t>
            </a:r>
            <a:br/>
            <a:r>
              <a:t>WhatsApp: (65) 99264-5537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